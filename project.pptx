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9" r:id="rId4"/>
    <p:sldId id="260" r:id="rId5"/>
    <p:sldId id="261" r:id="rId6"/>
    <p:sldId id="269" r:id="rId7"/>
    <p:sldId id="262" r:id="rId8"/>
    <p:sldId id="270" r:id="rId9"/>
    <p:sldId id="263" r:id="rId10"/>
    <p:sldId id="271" r:id="rId11"/>
    <p:sldId id="264" r:id="rId12"/>
    <p:sldId id="272" r:id="rId13"/>
    <p:sldId id="265" r:id="rId14"/>
    <p:sldId id="273" r:id="rId15"/>
    <p:sldId id="266" r:id="rId16"/>
    <p:sldId id="267" r:id="rId17"/>
    <p:sldId id="268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529337-5EB3-48D4-9735-F1F83D28FF0D}" v="195" dt="2026-02-17T04:02:59.8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DHARSHINI S" userId="e6d24736ff5d03b1" providerId="LiveId" clId="{41A449A6-848F-481E-84E6-9B34AF061B04}"/>
    <pc:docChg chg="undo custSel addSld delSld modSld sldOrd">
      <pc:chgData name="PRIYADHARSHINI S" userId="e6d24736ff5d03b1" providerId="LiveId" clId="{41A449A6-848F-481E-84E6-9B34AF061B04}" dt="2026-02-17T05:14:30.774" v="1062" actId="1076"/>
      <pc:docMkLst>
        <pc:docMk/>
      </pc:docMkLst>
      <pc:sldChg chg="addSp delSp modSp mod">
        <pc:chgData name="PRIYADHARSHINI S" userId="e6d24736ff5d03b1" providerId="LiveId" clId="{41A449A6-848F-481E-84E6-9B34AF061B04}" dt="2026-02-17T04:07:52.277" v="1060" actId="1076"/>
        <pc:sldMkLst>
          <pc:docMk/>
          <pc:sldMk cId="2753863984" sldId="256"/>
        </pc:sldMkLst>
        <pc:spChg chg="add del mod">
          <ac:chgData name="PRIYADHARSHINI S" userId="e6d24736ff5d03b1" providerId="LiveId" clId="{41A449A6-848F-481E-84E6-9B34AF061B04}" dt="2026-02-14T08:25:28.003" v="1018" actId="20577"/>
          <ac:spMkLst>
            <pc:docMk/>
            <pc:sldMk cId="2753863984" sldId="256"/>
            <ac:spMk id="2" creationId="{9934405F-248C-55E3-E6E8-7A15B1F6AD14}"/>
          </ac:spMkLst>
        </pc:spChg>
        <pc:picChg chg="mod">
          <ac:chgData name="PRIYADHARSHINI S" userId="e6d24736ff5d03b1" providerId="LiveId" clId="{41A449A6-848F-481E-84E6-9B34AF061B04}" dt="2026-02-17T04:07:52.277" v="1060" actId="1076"/>
          <ac:picMkLst>
            <pc:docMk/>
            <pc:sldMk cId="2753863984" sldId="256"/>
            <ac:picMk id="5" creationId="{89940695-2E34-5C90-30B9-B05DA53E95FD}"/>
          </ac:picMkLst>
        </pc:picChg>
        <pc:picChg chg="add mod">
          <ac:chgData name="PRIYADHARSHINI S" userId="e6d24736ff5d03b1" providerId="LiveId" clId="{41A449A6-848F-481E-84E6-9B34AF061B04}" dt="2026-02-12T08:10:57.881" v="34" actId="1076"/>
          <ac:picMkLst>
            <pc:docMk/>
            <pc:sldMk cId="2753863984" sldId="256"/>
            <ac:picMk id="13" creationId="{DEE1AECE-430B-7849-1884-DCD8120D6EF2}"/>
          </ac:picMkLst>
        </pc:picChg>
      </pc:sldChg>
      <pc:sldChg chg="modSp new mod">
        <pc:chgData name="PRIYADHARSHINI S" userId="e6d24736ff5d03b1" providerId="LiveId" clId="{41A449A6-848F-481E-84E6-9B34AF061B04}" dt="2026-02-17T05:14:30.774" v="1062" actId="1076"/>
        <pc:sldMkLst>
          <pc:docMk/>
          <pc:sldMk cId="1792031398" sldId="258"/>
        </pc:sldMkLst>
        <pc:spChg chg="mod">
          <ac:chgData name="PRIYADHARSHINI S" userId="e6d24736ff5d03b1" providerId="LiveId" clId="{41A449A6-848F-481E-84E6-9B34AF061B04}" dt="2026-02-17T05:14:30.774" v="1062" actId="1076"/>
          <ac:spMkLst>
            <pc:docMk/>
            <pc:sldMk cId="1792031398" sldId="258"/>
            <ac:spMk id="2" creationId="{412D2CF3-3E96-0147-4806-E72B587538E3}"/>
          </ac:spMkLst>
        </pc:spChg>
        <pc:spChg chg="mod">
          <ac:chgData name="PRIYADHARSHINI S" userId="e6d24736ff5d03b1" providerId="LiveId" clId="{41A449A6-848F-481E-84E6-9B34AF061B04}" dt="2026-02-13T14:32:52.414" v="241"/>
          <ac:spMkLst>
            <pc:docMk/>
            <pc:sldMk cId="1792031398" sldId="258"/>
            <ac:spMk id="3" creationId="{4A132DD8-3E2A-5C50-1452-D29B8DDC7B7B}"/>
          </ac:spMkLst>
        </pc:spChg>
      </pc:sldChg>
      <pc:sldChg chg="modSp new mod">
        <pc:chgData name="PRIYADHARSHINI S" userId="e6d24736ff5d03b1" providerId="LiveId" clId="{41A449A6-848F-481E-84E6-9B34AF061B04}" dt="2026-02-17T04:11:47.299" v="1061" actId="1076"/>
        <pc:sldMkLst>
          <pc:docMk/>
          <pc:sldMk cId="416288859" sldId="259"/>
        </pc:sldMkLst>
        <pc:spChg chg="mod">
          <ac:chgData name="PRIYADHARSHINI S" userId="e6d24736ff5d03b1" providerId="LiveId" clId="{41A449A6-848F-481E-84E6-9B34AF061B04}" dt="2026-02-17T04:11:47.299" v="1061" actId="1076"/>
          <ac:spMkLst>
            <pc:docMk/>
            <pc:sldMk cId="416288859" sldId="259"/>
            <ac:spMk id="2" creationId="{BD2EA70C-D827-F0C3-2B34-60D2DF4A6131}"/>
          </ac:spMkLst>
        </pc:spChg>
        <pc:spChg chg="mod">
          <ac:chgData name="PRIYADHARSHINI S" userId="e6d24736ff5d03b1" providerId="LiveId" clId="{41A449A6-848F-481E-84E6-9B34AF061B04}" dt="2026-02-14T08:29:10.720" v="1029" actId="115"/>
          <ac:spMkLst>
            <pc:docMk/>
            <pc:sldMk cId="416288859" sldId="259"/>
            <ac:spMk id="3" creationId="{CDF40E10-47FF-E967-9BB6-D5850D04CF0F}"/>
          </ac:spMkLst>
        </pc:spChg>
      </pc:sldChg>
      <pc:sldChg chg="modSp new mod">
        <pc:chgData name="PRIYADHARSHINI S" userId="e6d24736ff5d03b1" providerId="LiveId" clId="{41A449A6-848F-481E-84E6-9B34AF061B04}" dt="2026-02-14T08:29:54.542" v="1034" actId="5793"/>
        <pc:sldMkLst>
          <pc:docMk/>
          <pc:sldMk cId="201841753" sldId="260"/>
        </pc:sldMkLst>
        <pc:spChg chg="mod">
          <ac:chgData name="PRIYADHARSHINI S" userId="e6d24736ff5d03b1" providerId="LiveId" clId="{41A449A6-848F-481E-84E6-9B34AF061B04}" dt="2026-02-14T08:29:54.542" v="1034" actId="5793"/>
          <ac:spMkLst>
            <pc:docMk/>
            <pc:sldMk cId="201841753" sldId="260"/>
            <ac:spMk id="3" creationId="{D9F9D8A8-9C32-1232-47C8-47370C687E44}"/>
          </ac:spMkLst>
        </pc:spChg>
      </pc:sldChg>
      <pc:sldChg chg="addSp delSp modSp new add del mod">
        <pc:chgData name="PRIYADHARSHINI S" userId="e6d24736ff5d03b1" providerId="LiveId" clId="{41A449A6-848F-481E-84E6-9B34AF061B04}" dt="2026-02-13T15:41:48.094" v="385"/>
        <pc:sldMkLst>
          <pc:docMk/>
          <pc:sldMk cId="1982724517" sldId="261"/>
        </pc:sldMkLst>
        <pc:spChg chg="mod">
          <ac:chgData name="PRIYADHARSHINI S" userId="e6d24736ff5d03b1" providerId="LiveId" clId="{41A449A6-848F-481E-84E6-9B34AF061B04}" dt="2026-02-13T15:30:20.032" v="339"/>
          <ac:spMkLst>
            <pc:docMk/>
            <pc:sldMk cId="1982724517" sldId="261"/>
            <ac:spMk id="2" creationId="{EBD3A63D-FA35-B51C-5A91-6789791E4BC8}"/>
          </ac:spMkLst>
        </pc:spChg>
        <pc:spChg chg="add del mod">
          <ac:chgData name="PRIYADHARSHINI S" userId="e6d24736ff5d03b1" providerId="LiveId" clId="{41A449A6-848F-481E-84E6-9B34AF061B04}" dt="2026-02-13T15:41:48.094" v="385"/>
          <ac:spMkLst>
            <pc:docMk/>
            <pc:sldMk cId="1982724517" sldId="261"/>
            <ac:spMk id="3" creationId="{0592ED05-7E19-D01E-E0CC-8E67B24C06EB}"/>
          </ac:spMkLst>
        </pc:spChg>
      </pc:sldChg>
      <pc:sldChg chg="modSp new mod">
        <pc:chgData name="PRIYADHARSHINI S" userId="e6d24736ff5d03b1" providerId="LiveId" clId="{41A449A6-848F-481E-84E6-9B34AF061B04}" dt="2026-02-13T15:46:39.329" v="413"/>
        <pc:sldMkLst>
          <pc:docMk/>
          <pc:sldMk cId="4011982452" sldId="262"/>
        </pc:sldMkLst>
        <pc:spChg chg="mod">
          <ac:chgData name="PRIYADHARSHINI S" userId="e6d24736ff5d03b1" providerId="LiveId" clId="{41A449A6-848F-481E-84E6-9B34AF061B04}" dt="2026-02-13T15:42:59.427" v="391"/>
          <ac:spMkLst>
            <pc:docMk/>
            <pc:sldMk cId="4011982452" sldId="262"/>
            <ac:spMk id="2" creationId="{35F11B4B-705C-5690-AB68-607AFD687830}"/>
          </ac:spMkLst>
        </pc:spChg>
        <pc:spChg chg="mod">
          <ac:chgData name="PRIYADHARSHINI S" userId="e6d24736ff5d03b1" providerId="LiveId" clId="{41A449A6-848F-481E-84E6-9B34AF061B04}" dt="2026-02-13T15:46:39.329" v="413"/>
          <ac:spMkLst>
            <pc:docMk/>
            <pc:sldMk cId="4011982452" sldId="262"/>
            <ac:spMk id="3" creationId="{2AE55CDA-61C3-E536-4B93-E2EEF0058E09}"/>
          </ac:spMkLst>
        </pc:spChg>
      </pc:sldChg>
      <pc:sldChg chg="modSp new mod">
        <pc:chgData name="PRIYADHARSHINI S" userId="e6d24736ff5d03b1" providerId="LiveId" clId="{41A449A6-848F-481E-84E6-9B34AF061B04}" dt="2026-02-13T15:56:08.254" v="529" actId="20577"/>
        <pc:sldMkLst>
          <pc:docMk/>
          <pc:sldMk cId="1819064558" sldId="263"/>
        </pc:sldMkLst>
        <pc:spChg chg="mod">
          <ac:chgData name="PRIYADHARSHINI S" userId="e6d24736ff5d03b1" providerId="LiveId" clId="{41A449A6-848F-481E-84E6-9B34AF061B04}" dt="2026-02-13T15:48:00.909" v="414"/>
          <ac:spMkLst>
            <pc:docMk/>
            <pc:sldMk cId="1819064558" sldId="263"/>
            <ac:spMk id="2" creationId="{D9F1A387-ED46-2A48-45D3-5C2148FEB7ED}"/>
          </ac:spMkLst>
        </pc:spChg>
        <pc:spChg chg="mod">
          <ac:chgData name="PRIYADHARSHINI S" userId="e6d24736ff5d03b1" providerId="LiveId" clId="{41A449A6-848F-481E-84E6-9B34AF061B04}" dt="2026-02-13T15:56:08.254" v="529" actId="20577"/>
          <ac:spMkLst>
            <pc:docMk/>
            <pc:sldMk cId="1819064558" sldId="263"/>
            <ac:spMk id="3" creationId="{73658E33-EA25-915D-FACB-98933A4955D9}"/>
          </ac:spMkLst>
        </pc:spChg>
      </pc:sldChg>
      <pc:sldChg chg="modSp new mod">
        <pc:chgData name="PRIYADHARSHINI S" userId="e6d24736ff5d03b1" providerId="LiveId" clId="{41A449A6-848F-481E-84E6-9B34AF061B04}" dt="2026-02-14T10:21:16.370" v="1035" actId="2710"/>
        <pc:sldMkLst>
          <pc:docMk/>
          <pc:sldMk cId="2475814582" sldId="264"/>
        </pc:sldMkLst>
        <pc:spChg chg="mod">
          <ac:chgData name="PRIYADHARSHINI S" userId="e6d24736ff5d03b1" providerId="LiveId" clId="{41A449A6-848F-481E-84E6-9B34AF061B04}" dt="2026-02-13T15:56:24.998" v="530"/>
          <ac:spMkLst>
            <pc:docMk/>
            <pc:sldMk cId="2475814582" sldId="264"/>
            <ac:spMk id="2" creationId="{4FC93D49-B833-A101-C17B-7A8DF57678F8}"/>
          </ac:spMkLst>
        </pc:spChg>
        <pc:spChg chg="mod">
          <ac:chgData name="PRIYADHARSHINI S" userId="e6d24736ff5d03b1" providerId="LiveId" clId="{41A449A6-848F-481E-84E6-9B34AF061B04}" dt="2026-02-14T10:21:16.370" v="1035" actId="2710"/>
          <ac:spMkLst>
            <pc:docMk/>
            <pc:sldMk cId="2475814582" sldId="264"/>
            <ac:spMk id="3" creationId="{71BF8F14-CF76-F442-8B77-52B014FB3689}"/>
          </ac:spMkLst>
        </pc:spChg>
      </pc:sldChg>
      <pc:sldChg chg="modSp new mod">
        <pc:chgData name="PRIYADHARSHINI S" userId="e6d24736ff5d03b1" providerId="LiveId" clId="{41A449A6-848F-481E-84E6-9B34AF061B04}" dt="2026-02-14T10:22:04.024" v="1038" actId="2710"/>
        <pc:sldMkLst>
          <pc:docMk/>
          <pc:sldMk cId="599074899" sldId="265"/>
        </pc:sldMkLst>
        <pc:spChg chg="mod">
          <ac:chgData name="PRIYADHARSHINI S" userId="e6d24736ff5d03b1" providerId="LiveId" clId="{41A449A6-848F-481E-84E6-9B34AF061B04}" dt="2026-02-13T16:00:41.897" v="570"/>
          <ac:spMkLst>
            <pc:docMk/>
            <pc:sldMk cId="599074899" sldId="265"/>
            <ac:spMk id="2" creationId="{C7C68B88-8597-C9C6-F99D-10BE6457A42E}"/>
          </ac:spMkLst>
        </pc:spChg>
        <pc:spChg chg="mod">
          <ac:chgData name="PRIYADHARSHINI S" userId="e6d24736ff5d03b1" providerId="LiveId" clId="{41A449A6-848F-481E-84E6-9B34AF061B04}" dt="2026-02-14T10:22:04.024" v="1038" actId="2710"/>
          <ac:spMkLst>
            <pc:docMk/>
            <pc:sldMk cId="599074899" sldId="265"/>
            <ac:spMk id="3" creationId="{6441CD35-0016-44FC-670B-8014F21A68C4}"/>
          </ac:spMkLst>
        </pc:spChg>
      </pc:sldChg>
      <pc:sldChg chg="modSp new mod">
        <pc:chgData name="PRIYADHARSHINI S" userId="e6d24736ff5d03b1" providerId="LiveId" clId="{41A449A6-848F-481E-84E6-9B34AF061B04}" dt="2026-02-14T07:20:11.970" v="715" actId="20577"/>
        <pc:sldMkLst>
          <pc:docMk/>
          <pc:sldMk cId="2016562698" sldId="266"/>
        </pc:sldMkLst>
        <pc:spChg chg="mod">
          <ac:chgData name="PRIYADHARSHINI S" userId="e6d24736ff5d03b1" providerId="LiveId" clId="{41A449A6-848F-481E-84E6-9B34AF061B04}" dt="2026-02-13T16:05:37.627" v="646" actId="20577"/>
          <ac:spMkLst>
            <pc:docMk/>
            <pc:sldMk cId="2016562698" sldId="266"/>
            <ac:spMk id="2" creationId="{F8B59FD6-5653-1D9E-E339-FD3DF23FEE62}"/>
          </ac:spMkLst>
        </pc:spChg>
        <pc:spChg chg="mod">
          <ac:chgData name="PRIYADHARSHINI S" userId="e6d24736ff5d03b1" providerId="LiveId" clId="{41A449A6-848F-481E-84E6-9B34AF061B04}" dt="2026-02-14T07:20:11.970" v="715" actId="20577"/>
          <ac:spMkLst>
            <pc:docMk/>
            <pc:sldMk cId="2016562698" sldId="266"/>
            <ac:spMk id="3" creationId="{61CEA8BF-D3EC-DC91-A7BE-DDC4DAD1F03B}"/>
          </ac:spMkLst>
        </pc:spChg>
      </pc:sldChg>
      <pc:sldChg chg="modSp new mod">
        <pc:chgData name="PRIYADHARSHINI S" userId="e6d24736ff5d03b1" providerId="LiveId" clId="{41A449A6-848F-481E-84E6-9B34AF061B04}" dt="2026-02-14T10:22:31.052" v="1041" actId="2710"/>
        <pc:sldMkLst>
          <pc:docMk/>
          <pc:sldMk cId="932027379" sldId="267"/>
        </pc:sldMkLst>
        <pc:spChg chg="mod">
          <ac:chgData name="PRIYADHARSHINI S" userId="e6d24736ff5d03b1" providerId="LiveId" clId="{41A449A6-848F-481E-84E6-9B34AF061B04}" dt="2026-02-14T07:28:37.856" v="768" actId="20577"/>
          <ac:spMkLst>
            <pc:docMk/>
            <pc:sldMk cId="932027379" sldId="267"/>
            <ac:spMk id="2" creationId="{AD3D1FDC-02BA-953D-9EC5-34FEB9B8FA12}"/>
          </ac:spMkLst>
        </pc:spChg>
        <pc:spChg chg="mod">
          <ac:chgData name="PRIYADHARSHINI S" userId="e6d24736ff5d03b1" providerId="LiveId" clId="{41A449A6-848F-481E-84E6-9B34AF061B04}" dt="2026-02-14T10:22:31.052" v="1041" actId="2710"/>
          <ac:spMkLst>
            <pc:docMk/>
            <pc:sldMk cId="932027379" sldId="267"/>
            <ac:spMk id="3" creationId="{67FFDD7A-995C-C253-1B3A-34A794CF3086}"/>
          </ac:spMkLst>
        </pc:spChg>
      </pc:sldChg>
      <pc:sldChg chg="modSp new mod">
        <pc:chgData name="PRIYADHARSHINI S" userId="e6d24736ff5d03b1" providerId="LiveId" clId="{41A449A6-848F-481E-84E6-9B34AF061B04}" dt="2026-02-15T17:52:57.180" v="1059" actId="20577"/>
        <pc:sldMkLst>
          <pc:docMk/>
          <pc:sldMk cId="481270391" sldId="268"/>
        </pc:sldMkLst>
        <pc:spChg chg="mod">
          <ac:chgData name="PRIYADHARSHINI S" userId="e6d24736ff5d03b1" providerId="LiveId" clId="{41A449A6-848F-481E-84E6-9B34AF061B04}" dt="2026-02-14T07:39:22.092" v="830"/>
          <ac:spMkLst>
            <pc:docMk/>
            <pc:sldMk cId="481270391" sldId="268"/>
            <ac:spMk id="2" creationId="{F7587B5C-74D9-C7F0-1957-46346F7E98FB}"/>
          </ac:spMkLst>
        </pc:spChg>
        <pc:spChg chg="mod">
          <ac:chgData name="PRIYADHARSHINI S" userId="e6d24736ff5d03b1" providerId="LiveId" clId="{41A449A6-848F-481E-84E6-9B34AF061B04}" dt="2026-02-15T17:52:57.180" v="1059" actId="20577"/>
          <ac:spMkLst>
            <pc:docMk/>
            <pc:sldMk cId="481270391" sldId="268"/>
            <ac:spMk id="3" creationId="{1FA95F8E-7CA7-8238-B159-8B756D8BC98E}"/>
          </ac:spMkLst>
        </pc:spChg>
      </pc:sldChg>
      <pc:sldChg chg="addSp delSp modSp new mod">
        <pc:chgData name="PRIYADHARSHINI S" userId="e6d24736ff5d03b1" providerId="LiveId" clId="{41A449A6-848F-481E-84E6-9B34AF061B04}" dt="2026-02-14T07:53:56.044" v="876" actId="20577"/>
        <pc:sldMkLst>
          <pc:docMk/>
          <pc:sldMk cId="3999199635" sldId="269"/>
        </pc:sldMkLst>
        <pc:spChg chg="mod">
          <ac:chgData name="PRIYADHARSHINI S" userId="e6d24736ff5d03b1" providerId="LiveId" clId="{41A449A6-848F-481E-84E6-9B34AF061B04}" dt="2026-02-14T07:51:09.111" v="865" actId="20577"/>
          <ac:spMkLst>
            <pc:docMk/>
            <pc:sldMk cId="3999199635" sldId="269"/>
            <ac:spMk id="2" creationId="{86A2E550-E0B9-AB32-93D0-6201D9A4D653}"/>
          </ac:spMkLst>
        </pc:spChg>
        <pc:spChg chg="add del mod">
          <ac:chgData name="PRIYADHARSHINI S" userId="e6d24736ff5d03b1" providerId="LiveId" clId="{41A449A6-848F-481E-84E6-9B34AF061B04}" dt="2026-02-14T07:53:56.044" v="876" actId="20577"/>
          <ac:spMkLst>
            <pc:docMk/>
            <pc:sldMk cId="3999199635" sldId="269"/>
            <ac:spMk id="3" creationId="{B54C0D43-8AE1-2E05-8550-28F76D3C2B5C}"/>
          </ac:spMkLst>
        </pc:spChg>
        <pc:spChg chg="add">
          <ac:chgData name="PRIYADHARSHINI S" userId="e6d24736ff5d03b1" providerId="LiveId" clId="{41A449A6-848F-481E-84E6-9B34AF061B04}" dt="2026-02-14T07:53:36.604" v="873"/>
          <ac:spMkLst>
            <pc:docMk/>
            <pc:sldMk cId="3999199635" sldId="269"/>
            <ac:spMk id="7" creationId="{034385BA-0E59-D227-6D03-4105C4DC3197}"/>
          </ac:spMkLst>
        </pc:spChg>
      </pc:sldChg>
      <pc:sldChg chg="addSp delSp modSp new mod">
        <pc:chgData name="PRIYADHARSHINI S" userId="e6d24736ff5d03b1" providerId="LiveId" clId="{41A449A6-848F-481E-84E6-9B34AF061B04}" dt="2026-02-14T08:01:34.676" v="921" actId="20577"/>
        <pc:sldMkLst>
          <pc:docMk/>
          <pc:sldMk cId="370996548" sldId="270"/>
        </pc:sldMkLst>
        <pc:spChg chg="mod">
          <ac:chgData name="PRIYADHARSHINI S" userId="e6d24736ff5d03b1" providerId="LiveId" clId="{41A449A6-848F-481E-84E6-9B34AF061B04}" dt="2026-02-14T08:01:34.676" v="921" actId="20577"/>
          <ac:spMkLst>
            <pc:docMk/>
            <pc:sldMk cId="370996548" sldId="270"/>
            <ac:spMk id="2" creationId="{1CD4F0AD-BD21-F663-BB58-B9975A03DB93}"/>
          </ac:spMkLst>
        </pc:spChg>
        <pc:spChg chg="add del mod">
          <ac:chgData name="PRIYADHARSHINI S" userId="e6d24736ff5d03b1" providerId="LiveId" clId="{41A449A6-848F-481E-84E6-9B34AF061B04}" dt="2026-02-14T08:01:16.534" v="906"/>
          <ac:spMkLst>
            <pc:docMk/>
            <pc:sldMk cId="370996548" sldId="270"/>
            <ac:spMk id="3" creationId="{8181322D-32A7-E7CD-53CA-83ABA8605EB0}"/>
          </ac:spMkLst>
        </pc:spChg>
        <pc:spChg chg="add">
          <ac:chgData name="PRIYADHARSHINI S" userId="e6d24736ff5d03b1" providerId="LiveId" clId="{41A449A6-848F-481E-84E6-9B34AF061B04}" dt="2026-02-14T07:59:32.128" v="892"/>
          <ac:spMkLst>
            <pc:docMk/>
            <pc:sldMk cId="370996548" sldId="270"/>
            <ac:spMk id="7" creationId="{CFF17AD4-FC72-459C-5610-1FB14FF70C77}"/>
          </ac:spMkLst>
        </pc:spChg>
      </pc:sldChg>
      <pc:sldChg chg="addSp modSp new mod">
        <pc:chgData name="PRIYADHARSHINI S" userId="e6d24736ff5d03b1" providerId="LiveId" clId="{41A449A6-848F-481E-84E6-9B34AF061B04}" dt="2026-02-14T10:21:32.862" v="1037" actId="2710"/>
        <pc:sldMkLst>
          <pc:docMk/>
          <pc:sldMk cId="2712536260" sldId="271"/>
        </pc:sldMkLst>
        <pc:spChg chg="mod">
          <ac:chgData name="PRIYADHARSHINI S" userId="e6d24736ff5d03b1" providerId="LiveId" clId="{41A449A6-848F-481E-84E6-9B34AF061B04}" dt="2026-02-14T08:01:57.289" v="937" actId="20577"/>
          <ac:spMkLst>
            <pc:docMk/>
            <pc:sldMk cId="2712536260" sldId="271"/>
            <ac:spMk id="2" creationId="{0042E066-42F3-E3FD-23E5-C084DE49C081}"/>
          </ac:spMkLst>
        </pc:spChg>
        <pc:spChg chg="mod">
          <ac:chgData name="PRIYADHARSHINI S" userId="e6d24736ff5d03b1" providerId="LiveId" clId="{41A449A6-848F-481E-84E6-9B34AF061B04}" dt="2026-02-14T10:21:32.862" v="1037" actId="2710"/>
          <ac:spMkLst>
            <pc:docMk/>
            <pc:sldMk cId="2712536260" sldId="271"/>
            <ac:spMk id="3" creationId="{21D029BB-317C-82C8-50F9-0159C37135D1}"/>
          </ac:spMkLst>
        </pc:spChg>
      </pc:sldChg>
      <pc:sldChg chg="modSp new mod">
        <pc:chgData name="PRIYADHARSHINI S" userId="e6d24736ff5d03b1" providerId="LiveId" clId="{41A449A6-848F-481E-84E6-9B34AF061B04}" dt="2026-02-14T08:09:05.549" v="968"/>
        <pc:sldMkLst>
          <pc:docMk/>
          <pc:sldMk cId="3780323030" sldId="272"/>
        </pc:sldMkLst>
        <pc:spChg chg="mod">
          <ac:chgData name="PRIYADHARSHINI S" userId="e6d24736ff5d03b1" providerId="LiveId" clId="{41A449A6-848F-481E-84E6-9B34AF061B04}" dt="2026-02-14T08:05:14.673" v="961" actId="20577"/>
          <ac:spMkLst>
            <pc:docMk/>
            <pc:sldMk cId="3780323030" sldId="272"/>
            <ac:spMk id="2" creationId="{313829FB-4EA1-B867-A699-F05846F7DD98}"/>
          </ac:spMkLst>
        </pc:spChg>
        <pc:spChg chg="mod">
          <ac:chgData name="PRIYADHARSHINI S" userId="e6d24736ff5d03b1" providerId="LiveId" clId="{41A449A6-848F-481E-84E6-9B34AF061B04}" dt="2026-02-14T08:09:05.549" v="968"/>
          <ac:spMkLst>
            <pc:docMk/>
            <pc:sldMk cId="3780323030" sldId="272"/>
            <ac:spMk id="3" creationId="{8FA0ACE3-EB5A-6C65-9167-E9DE9DE2A5D5}"/>
          </ac:spMkLst>
        </pc:spChg>
      </pc:sldChg>
      <pc:sldChg chg="addSp delSp modSp new mod ord">
        <pc:chgData name="PRIYADHARSHINI S" userId="e6d24736ff5d03b1" providerId="LiveId" clId="{41A449A6-848F-481E-84E6-9B34AF061B04}" dt="2026-02-14T10:22:05.887" v="1040"/>
        <pc:sldMkLst>
          <pc:docMk/>
          <pc:sldMk cId="1878059788" sldId="273"/>
        </pc:sldMkLst>
        <pc:spChg chg="mod">
          <ac:chgData name="PRIYADHARSHINI S" userId="e6d24736ff5d03b1" providerId="LiveId" clId="{41A449A6-848F-481E-84E6-9B34AF061B04}" dt="2026-02-14T08:11:09.099" v="990" actId="20577"/>
          <ac:spMkLst>
            <pc:docMk/>
            <pc:sldMk cId="1878059788" sldId="273"/>
            <ac:spMk id="2" creationId="{801D4848-B981-DE07-DD3A-DFDED29129E3}"/>
          </ac:spMkLst>
        </pc:spChg>
        <pc:spChg chg="add del mod">
          <ac:chgData name="PRIYADHARSHINI S" userId="e6d24736ff5d03b1" providerId="LiveId" clId="{41A449A6-848F-481E-84E6-9B34AF061B04}" dt="2026-02-14T08:13:44.007" v="1005"/>
          <ac:spMkLst>
            <pc:docMk/>
            <pc:sldMk cId="1878059788" sldId="273"/>
            <ac:spMk id="3" creationId="{33722C0E-532B-EB9C-549E-ACE7EE5A2864}"/>
          </ac:spMkLst>
        </pc:spChg>
        <pc:spChg chg="add">
          <ac:chgData name="PRIYADHARSHINI S" userId="e6d24736ff5d03b1" providerId="LiveId" clId="{41A449A6-848F-481E-84E6-9B34AF061B04}" dt="2026-02-14T08:11:41.152" v="993"/>
          <ac:spMkLst>
            <pc:docMk/>
            <pc:sldMk cId="1878059788" sldId="273"/>
            <ac:spMk id="6" creationId="{D317CFAE-6BD5-F28C-5A92-756B2A008C97}"/>
          </ac:spMkLst>
        </pc:spChg>
      </pc:sldChg>
      <pc:sldChg chg="addSp delSp modSp new mod">
        <pc:chgData name="PRIYADHARSHINI S" userId="e6d24736ff5d03b1" providerId="LiveId" clId="{41A449A6-848F-481E-84E6-9B34AF061B04}" dt="2026-02-14T08:16:53.959" v="1014" actId="14100"/>
        <pc:sldMkLst>
          <pc:docMk/>
          <pc:sldMk cId="371846381" sldId="274"/>
        </pc:sldMkLst>
        <pc:picChg chg="add mod ord">
          <ac:chgData name="PRIYADHARSHINI S" userId="e6d24736ff5d03b1" providerId="LiveId" clId="{41A449A6-848F-481E-84E6-9B34AF061B04}" dt="2026-02-14T08:16:53.959" v="1014" actId="14100"/>
          <ac:picMkLst>
            <pc:docMk/>
            <pc:sldMk cId="371846381" sldId="274"/>
            <ac:picMk id="5" creationId="{BAD6C3F1-615F-1433-41B9-5AD63516A57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2D7DF5-C3BB-49B2-9D82-30386FF0DB7B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82B493-AFD5-41CE-9432-22B28327D5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573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2B493-AFD5-41CE-9432-22B28327D53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663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4405F-248C-55E3-E6E8-7A15B1F6A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658" y="1804764"/>
            <a:ext cx="8825658" cy="4513557"/>
          </a:xfrm>
        </p:spPr>
        <p:txBody>
          <a:bodyPr/>
          <a:lstStyle/>
          <a:p>
            <a:r>
              <a:rPr lang="en-IN" b="1" dirty="0"/>
              <a:t>Phonepe Transaction Insights</a:t>
            </a:r>
            <a:br>
              <a:rPr lang="en-IN" b="1" dirty="0"/>
            </a:br>
            <a:r>
              <a:rPr lang="en-IN" b="1" dirty="0">
                <a:latin typeface="Arial Narrow" panose="020B0606020202030204" pitchFamily="34" charset="0"/>
              </a:rPr>
              <a:t>Domain:</a:t>
            </a:r>
            <a:r>
              <a:rPr lang="en-IN" dirty="0">
                <a:latin typeface="Arial Narrow" panose="020B0606020202030204" pitchFamily="34" charset="0"/>
              </a:rPr>
              <a:t> Finance/</a:t>
            </a:r>
            <a:br>
              <a:rPr lang="en-IN" dirty="0">
                <a:latin typeface="Arial Narrow" panose="020B0606020202030204" pitchFamily="34" charset="0"/>
              </a:rPr>
            </a:br>
            <a:r>
              <a:rPr lang="en-IN" dirty="0">
                <a:latin typeface="Arial Narrow" panose="020B0606020202030204" pitchFamily="34" charset="0"/>
              </a:rPr>
              <a:t>Payment Systems</a:t>
            </a:r>
            <a:br>
              <a:rPr lang="en-IN" dirty="0"/>
            </a:br>
            <a:br>
              <a:rPr lang="en-IN" dirty="0"/>
            </a:br>
            <a:r>
              <a:rPr lang="en-IN" dirty="0">
                <a:latin typeface="Gabriola" panose="04040605051002020D02" pitchFamily="82" charset="0"/>
              </a:rPr>
              <a:t>Developed by</a:t>
            </a:r>
            <a:br>
              <a:rPr lang="en-IN" dirty="0">
                <a:latin typeface="Gabriola" panose="04040605051002020D02" pitchFamily="82" charset="0"/>
              </a:rPr>
            </a:br>
            <a:r>
              <a:rPr lang="en-IN" dirty="0" err="1">
                <a:latin typeface="Gabriola" panose="04040605051002020D02" pitchFamily="82" charset="0"/>
              </a:rPr>
              <a:t>Priyadharshini</a:t>
            </a:r>
            <a:r>
              <a:rPr lang="en-IN" dirty="0">
                <a:latin typeface="Gabriola" panose="04040605051002020D02" pitchFamily="82" charset="0"/>
              </a:rPr>
              <a:t> 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940695-2E34-5C90-30B9-B05DA53E9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1301" y="1438142"/>
            <a:ext cx="9293378" cy="37657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EE1AECE-430B-7849-1884-DCD8120D6E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3380" y="5275553"/>
            <a:ext cx="4105275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863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D2CF3-3E96-0147-4806-E72B58753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293" y="838200"/>
            <a:ext cx="8761413" cy="706964"/>
          </a:xfrm>
        </p:spPr>
        <p:txBody>
          <a:bodyPr/>
          <a:lstStyle/>
          <a:p>
            <a:r>
              <a:rPr lang="en-IN" b="1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32DD8-3E2A-5C50-1452-D29B8DDC7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Phonepe</a:t>
            </a:r>
            <a:r>
              <a:rPr lang="en-US" b="1" dirty="0"/>
              <a:t> is a leading Indian digital payments and financial services company that has revolutionized, simplified, and accelerated the adoption of digital payments in India. </a:t>
            </a:r>
          </a:p>
          <a:p>
            <a:r>
              <a:rPr lang="en-US" b="1" dirty="0"/>
              <a:t>Advantages and Unique Selling Points</a:t>
            </a:r>
          </a:p>
          <a:p>
            <a:r>
              <a:rPr lang="en-US" b="1" dirty="0"/>
              <a:t>High Reliability:</a:t>
            </a:r>
            <a:r>
              <a:rPr lang="en-US" dirty="0"/>
              <a:t> Built on robust, scalable architecture to handle high-volume transactions.</a:t>
            </a:r>
          </a:p>
          <a:p>
            <a:r>
              <a:rPr lang="en-US" b="1" dirty="0"/>
              <a:t>Massive Merchant Network:</a:t>
            </a:r>
            <a:r>
              <a:rPr lang="en-US" dirty="0"/>
              <a:t> Accepted at over 40 million+ offline and online outlets.</a:t>
            </a:r>
          </a:p>
          <a:p>
            <a:r>
              <a:rPr lang="en-US" b="1" dirty="0"/>
              <a:t>Security:</a:t>
            </a:r>
            <a:r>
              <a:rPr lang="en-US" dirty="0"/>
              <a:t> Uses UPI PIN, device binding, and AI-based fraud monitoring to ensure secure transactions. </a:t>
            </a:r>
          </a:p>
          <a:p>
            <a:endParaRPr lang="en-US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792031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EA70C-D827-F0C3-2B34-60D2DF4A6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708" y="1042493"/>
            <a:ext cx="8761413" cy="706964"/>
          </a:xfrm>
        </p:spPr>
        <p:txBody>
          <a:bodyPr/>
          <a:lstStyle/>
          <a:p>
            <a:r>
              <a:rPr lang="en-IN" b="1" u="sng"/>
              <a:t>Problem Statement:</a:t>
            </a:r>
            <a:br>
              <a:rPr lang="en-IN" b="1" u="sng"/>
            </a:b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40E10-47FF-E967-9BB6-D5850D04C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200000"/>
              </a:lnSpc>
            </a:pPr>
            <a:r>
              <a:rPr lang="en-IN" b="1" dirty="0"/>
              <a:t>1. Decoding Transaction Dynamics on </a:t>
            </a:r>
            <a:r>
              <a:rPr lang="en-IN" b="1" dirty="0" err="1"/>
              <a:t>PhonePe</a:t>
            </a:r>
            <a:endParaRPr lang="en-IN" b="1" dirty="0"/>
          </a:p>
          <a:p>
            <a:pPr>
              <a:lnSpc>
                <a:spcPct val="200000"/>
              </a:lnSpc>
            </a:pPr>
            <a:r>
              <a:rPr lang="en-IN" b="1" dirty="0"/>
              <a:t>2. Device Dominance and User Engagement Analysis</a:t>
            </a:r>
          </a:p>
          <a:p>
            <a:pPr>
              <a:lnSpc>
                <a:spcPct val="200000"/>
              </a:lnSpc>
            </a:pPr>
            <a:r>
              <a:rPr lang="en-US" b="1" dirty="0"/>
              <a:t>3. Insurance Penetration and Growth Potential Analysis</a:t>
            </a:r>
          </a:p>
          <a:p>
            <a:pPr>
              <a:lnSpc>
                <a:spcPct val="200000"/>
              </a:lnSpc>
            </a:pPr>
            <a:r>
              <a:rPr lang="en-IN" b="1" dirty="0"/>
              <a:t>4. Transaction Analysis for Market Expansion</a:t>
            </a:r>
          </a:p>
          <a:p>
            <a:pPr>
              <a:lnSpc>
                <a:spcPct val="200000"/>
              </a:lnSpc>
            </a:pPr>
            <a:r>
              <a:rPr lang="en-US" b="1" dirty="0"/>
              <a:t>5. User Engagement and Growth Strategy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288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82108-B8CE-D901-C86E-48D42BCA3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9D8A8-9C32-1232-47C8-47370C687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b="1" u="sng" dirty="0"/>
              <a:t>Approach: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Data Extraction</a:t>
            </a:r>
          </a:p>
          <a:p>
            <a:r>
              <a:rPr lang="en-US" dirty="0"/>
              <a:t>Clone the GitHub repository containing PhonePe transaction data and load it into a PgAdmin database.</a:t>
            </a:r>
          </a:p>
          <a:p>
            <a:r>
              <a:rPr lang="en-US" dirty="0"/>
              <a:t>Then successfully built a structured </a:t>
            </a:r>
            <a:r>
              <a:rPr lang="en-US" dirty="0" err="1"/>
              <a:t>DataFrame</a:t>
            </a:r>
            <a:r>
              <a:rPr lang="en-US" dirty="0"/>
              <a:t> from the PhonePe Pulse dataset!</a:t>
            </a:r>
          </a:p>
          <a:p>
            <a:r>
              <a:rPr lang="en-US" b="1" dirty="0"/>
              <a:t>Dashboard Creation: </a:t>
            </a:r>
            <a:r>
              <a:rPr lang="en-US" dirty="0"/>
              <a:t>Develop an interactive dashboard using </a:t>
            </a:r>
            <a:r>
              <a:rPr lang="en-US" dirty="0" err="1"/>
              <a:t>Streamlit</a:t>
            </a:r>
            <a:r>
              <a:rPr lang="en-US" dirty="0"/>
              <a:t>, to present the analysis coming </a:t>
            </a:r>
            <a:r>
              <a:rPr lang="en-US" dirty="0" err="1"/>
              <a:t>problams</a:t>
            </a:r>
            <a:r>
              <a:rPr lang="en-US" dirty="0"/>
              <a:t>. Ensure the dashboard integrates visualizations for real-time data exploration and insights.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841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3A63D-FA35-B51C-5A91-6789791E4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1. Decoding Transaction Dynamics on </a:t>
            </a:r>
            <a:r>
              <a:rPr lang="en-IN" b="1" u="sng" dirty="0" err="1"/>
              <a:t>PhonePe</a:t>
            </a:r>
            <a:br>
              <a:rPr lang="en-IN" b="1" u="sng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2ED05-7E19-D01E-E0CC-8E67B24C0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1.State-Level Transaction</a:t>
            </a:r>
          </a:p>
          <a:p>
            <a:r>
              <a:rPr lang="en-US" dirty="0"/>
              <a:t>which states drive the highest transaction volumes and values</a:t>
            </a:r>
          </a:p>
          <a:p>
            <a:r>
              <a:rPr lang="en-IN" b="1" dirty="0"/>
              <a:t>2.Quarterly Growth</a:t>
            </a:r>
          </a:p>
          <a:p>
            <a:r>
              <a:rPr lang="en-US" dirty="0"/>
              <a:t>this means measuring how transaction values change from one quarter to the next, either in </a:t>
            </a:r>
            <a:r>
              <a:rPr lang="en-US" b="1" dirty="0"/>
              <a:t>absolute terms</a:t>
            </a:r>
            <a:r>
              <a:rPr lang="en-US" dirty="0"/>
              <a:t> or as a </a:t>
            </a:r>
            <a:r>
              <a:rPr lang="en-US" b="1" dirty="0"/>
              <a:t>percentage growth rate</a:t>
            </a:r>
            <a:r>
              <a:rPr lang="en-US" dirty="0"/>
              <a:t>.</a:t>
            </a:r>
          </a:p>
          <a:p>
            <a:r>
              <a:rPr lang="en-IN" b="1" dirty="0"/>
              <a:t>3.Top 10 Transactions</a:t>
            </a:r>
          </a:p>
          <a:p>
            <a:r>
              <a:rPr lang="en-US" dirty="0"/>
              <a:t>To get the </a:t>
            </a:r>
            <a:r>
              <a:rPr lang="en-US" b="1" dirty="0"/>
              <a:t>Top 10 Transactions</a:t>
            </a:r>
            <a:endParaRPr lang="en-US" dirty="0"/>
          </a:p>
          <a:p>
            <a:r>
              <a:rPr lang="en-IN" b="1" dirty="0"/>
              <a:t>4. highest revenue</a:t>
            </a:r>
          </a:p>
          <a:p>
            <a:r>
              <a:rPr lang="en-IN" b="1" dirty="0"/>
              <a:t>5. lowest revenue</a:t>
            </a:r>
          </a:p>
          <a:p>
            <a:endParaRPr lang="en-IN" b="1" dirty="0"/>
          </a:p>
          <a:p>
            <a:endParaRPr lang="en-IN" b="1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2724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2E550-E0B9-AB32-93D0-6201D9A4D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C0D43-8AE1-2E05-8550-28F76D3C2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Track total transactions over time (daily, monthly, yearly).</a:t>
            </a:r>
          </a:p>
          <a:p>
            <a:r>
              <a:rPr lang="en-US" dirty="0"/>
              <a:t>Compare growth across categories: money transfers, recharges, loans, insurance.</a:t>
            </a:r>
          </a:p>
          <a:p>
            <a:r>
              <a:rPr lang="en-IN" dirty="0"/>
              <a:t>Monitor success rates, failure causes (network, insufficient balance, technical errors).</a:t>
            </a:r>
          </a:p>
          <a:p>
            <a:r>
              <a:rPr lang="en-US" dirty="0"/>
              <a:t>Track repeat usage and retention metrics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34385BA-0E59-D227-6D03-4105C4DC3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 repeat usage and retention metrics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199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11B4B-705C-5690-AB68-607AFD687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2. Device Dominance and User Engagement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55CDA-61C3-E536-4B93-E2EEF0058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1.Registered Users by Device Brand</a:t>
            </a:r>
          </a:p>
          <a:p>
            <a:r>
              <a:rPr lang="en-US" b="1" dirty="0"/>
              <a:t>Registered Users by Device Brand from the PhonePe Pulse dataset</a:t>
            </a:r>
          </a:p>
          <a:p>
            <a:r>
              <a:rPr lang="en-US" b="1" dirty="0"/>
              <a:t>2.</a:t>
            </a:r>
            <a:r>
              <a:rPr lang="en-IN" b="1" dirty="0"/>
              <a:t> transaction percentage per year</a:t>
            </a:r>
          </a:p>
          <a:p>
            <a:r>
              <a:rPr lang="en-US" b="1" dirty="0"/>
              <a:t>3. Top 10 States per Year by Registered Users</a:t>
            </a:r>
          </a:p>
          <a:p>
            <a:r>
              <a:rPr lang="en-US" b="1" dirty="0"/>
              <a:t>4. Top 3 states overall total user</a:t>
            </a:r>
          </a:p>
          <a:p>
            <a:r>
              <a:rPr lang="en-US" b="1" dirty="0"/>
              <a:t>5. maximum registered users each year</a:t>
            </a:r>
          </a:p>
          <a:p>
            <a:endParaRPr lang="en-US" b="1" dirty="0"/>
          </a:p>
          <a:p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1982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4F0AD-BD21-F663-BB58-B9975A03D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1322D-32A7-E7CD-53CA-83ABA8605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Compare registered users vs. active users across device brands.</a:t>
            </a:r>
          </a:p>
          <a:p>
            <a:r>
              <a:rPr lang="en-US"/>
              <a:t>Map device usage trends by region</a:t>
            </a:r>
          </a:p>
          <a:p>
            <a:r>
              <a:rPr lang="en-US"/>
              <a:t>Spot regions where certain brands dominate or lag</a:t>
            </a:r>
          </a:p>
          <a:p>
            <a:r>
              <a:rPr lang="en-US"/>
              <a:t>Assess app responsiveness, crash rates, and feature adoption across devices.</a:t>
            </a:r>
          </a:p>
          <a:p>
            <a:r>
              <a:rPr lang="en-US"/>
              <a:t>rack app opens, session length, and repeat usage by device brand.</a:t>
            </a:r>
          </a:p>
          <a:p>
            <a:endParaRPr lang="en-IN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FF17AD4-FC72-459C-5610-1FB14FF70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brands with high registrations but low engagement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996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1A387-ED46-2A48-45D3-5C2148FEB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3. Insurance Penetration and Growth Potential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58E33-EA25-915D-FACB-98933A495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dirty="0">
              <a:latin typeface="Broadway" panose="04040905080B02020502" pitchFamily="82" charset="0"/>
            </a:endParaRPr>
          </a:p>
          <a:p>
            <a:r>
              <a:rPr lang="en-IN" dirty="0"/>
              <a:t>1.Quarterly Premiums by State</a:t>
            </a:r>
          </a:p>
          <a:p>
            <a:r>
              <a:rPr lang="en-US" dirty="0"/>
              <a:t>Group by </a:t>
            </a:r>
            <a:r>
              <a:rPr lang="en-US" b="1" dirty="0"/>
              <a:t>State</a:t>
            </a:r>
            <a:r>
              <a:rPr lang="en-US" dirty="0"/>
              <a:t> and </a:t>
            </a:r>
            <a:r>
              <a:rPr lang="en-US" b="1" dirty="0"/>
              <a:t>Quarter</a:t>
            </a:r>
            <a:r>
              <a:rPr lang="en-US" dirty="0"/>
              <a:t>, then sum the premium values.</a:t>
            </a:r>
          </a:p>
          <a:p>
            <a:r>
              <a:rPr lang="en-US" dirty="0"/>
              <a:t>2.</a:t>
            </a:r>
            <a:r>
              <a:rPr lang="en-IN" dirty="0"/>
              <a:t> Quarterly Premiums by State</a:t>
            </a:r>
          </a:p>
          <a:p>
            <a:r>
              <a:rPr lang="en-US" dirty="0"/>
              <a:t>group your dataset by </a:t>
            </a:r>
            <a:r>
              <a:rPr lang="en-US" b="1" dirty="0"/>
              <a:t>State, Year, and Quarter</a:t>
            </a:r>
            <a:r>
              <a:rPr lang="en-US" dirty="0"/>
              <a:t>, then sum the premium values</a:t>
            </a:r>
          </a:p>
          <a:p>
            <a:r>
              <a:rPr lang="en-IN" dirty="0"/>
              <a:t>3.</a:t>
            </a:r>
            <a:r>
              <a:rPr lang="en-US" dirty="0"/>
              <a:t> Insurance Product Segmentation by State and Year</a:t>
            </a:r>
          </a:p>
          <a:p>
            <a:r>
              <a:rPr lang="en-US" dirty="0"/>
              <a:t>4.High premiums in a particular year</a:t>
            </a:r>
          </a:p>
          <a:p>
            <a:r>
              <a:rPr lang="en-US" dirty="0"/>
              <a:t>5. Top 10 Performing States by Insurance Premium Amount</a:t>
            </a:r>
          </a:p>
          <a:p>
            <a:endParaRPr lang="en-US" dirty="0"/>
          </a:p>
          <a:p>
            <a:endParaRPr lang="en-IN" dirty="0"/>
          </a:p>
          <a:p>
            <a:endParaRPr lang="en-US" dirty="0"/>
          </a:p>
          <a:p>
            <a:endParaRPr lang="en-IN" dirty="0"/>
          </a:p>
          <a:p>
            <a:endParaRPr lang="en-IN" dirty="0">
              <a:latin typeface="Bahnschrift SemiBold" panose="020B0502040204020203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9064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2E066-42F3-E3FD-23E5-C084DE49C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029BB-317C-82C8-50F9-0159C3713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50000"/>
              </a:lnSpc>
            </a:pPr>
            <a:r>
              <a:rPr lang="en-US" dirty="0"/>
              <a:t>Track the ratio of insurance users to total registered PhonePe users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Identify regions and demographics with high transaction activity but low insurance usage.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Profile age groups, income segments, and device brands linked to insurance adoption.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Map insurance adoption by state/district to identify underpenetrated regions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2536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93D49-B833-A101-C17B-7A8DF5767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4. Transaction Analysis for Market Expansion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F8F14-CF76-F442-8B77-52B014FB3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/>
              <a:t>1.Top 10 States by Transaction</a:t>
            </a:r>
          </a:p>
          <a:p>
            <a:pPr>
              <a:lnSpc>
                <a:spcPct val="150000"/>
              </a:lnSpc>
            </a:pPr>
            <a:r>
              <a:rPr lang="en-US" b="1" dirty="0"/>
              <a:t>2.</a:t>
            </a:r>
            <a:r>
              <a:rPr lang="en-IN" b="1" dirty="0"/>
              <a:t> Transaction Volume Over year</a:t>
            </a:r>
          </a:p>
          <a:p>
            <a:pPr>
              <a:lnSpc>
                <a:spcPct val="150000"/>
              </a:lnSpc>
            </a:pPr>
            <a:r>
              <a:rPr lang="en-US" b="1" dirty="0"/>
              <a:t>3. Average Transaction Value by State</a:t>
            </a:r>
          </a:p>
          <a:p>
            <a:pPr>
              <a:lnSpc>
                <a:spcPct val="150000"/>
              </a:lnSpc>
            </a:pPr>
            <a:r>
              <a:rPr lang="en-US" b="1" dirty="0"/>
              <a:t>4. Top 10 Ranking transaction amounts by state</a:t>
            </a:r>
          </a:p>
          <a:p>
            <a:pPr>
              <a:lnSpc>
                <a:spcPct val="150000"/>
              </a:lnSpc>
            </a:pPr>
            <a:r>
              <a:rPr lang="en-US" b="1" dirty="0"/>
              <a:t>5.</a:t>
            </a:r>
            <a:r>
              <a:rPr lang="en-US" dirty="0"/>
              <a:t> Highest Transaction Count per Quarter</a:t>
            </a:r>
          </a:p>
          <a:p>
            <a:endParaRPr lang="en-US" b="1" dirty="0"/>
          </a:p>
          <a:p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5814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829FB-4EA1-B867-A699-F05846F7D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0ACE3-EB5A-6C65-9167-E9DE9DE2A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transaction data to cluster customers by behavior, highlighting high-value segments for targeted expansion</a:t>
            </a:r>
          </a:p>
          <a:p>
            <a:r>
              <a:rPr lang="en-US" dirty="0"/>
              <a:t>Simulate transaction flows under different regulatory or currency conditions to anticipate risks.</a:t>
            </a:r>
          </a:p>
          <a:p>
            <a:r>
              <a:rPr lang="en-US" dirty="0"/>
              <a:t>Automate compliance checks, fraud detection, and reconciliation to reduce overhead.</a:t>
            </a:r>
          </a:p>
          <a:p>
            <a:r>
              <a:rPr lang="en-US" dirty="0"/>
              <a:t>Collaborate with local firms to share transaction infrastructure and reduce entry barriers.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0323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68B88-8597-C9C6-F99D-10BE6457A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5. User Engagement and Growth Strategy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1CD35-0016-44FC-670B-8014F21A6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b="1" dirty="0"/>
              <a:t> 1.Total Registered Users by State</a:t>
            </a:r>
          </a:p>
          <a:p>
            <a:pPr>
              <a:lnSpc>
                <a:spcPct val="200000"/>
              </a:lnSpc>
            </a:pPr>
            <a:r>
              <a:rPr lang="en-US" b="1" dirty="0"/>
              <a:t> 2.Total App Opens by State (Stacked by District)</a:t>
            </a:r>
          </a:p>
          <a:p>
            <a:pPr>
              <a:lnSpc>
                <a:spcPct val="200000"/>
              </a:lnSpc>
            </a:pPr>
            <a:r>
              <a:rPr lang="en-US" b="1" dirty="0"/>
              <a:t>3.Top 10 District-Year-Quarter by Registered Users</a:t>
            </a:r>
          </a:p>
          <a:p>
            <a:pPr>
              <a:lnSpc>
                <a:spcPct val="200000"/>
              </a:lnSpc>
            </a:pPr>
            <a:r>
              <a:rPr lang="en-IN" b="1" dirty="0"/>
              <a:t>4.Yearly Registered Users</a:t>
            </a:r>
          </a:p>
          <a:p>
            <a:pPr>
              <a:lnSpc>
                <a:spcPct val="200000"/>
              </a:lnSpc>
            </a:pPr>
            <a:r>
              <a:rPr lang="en-US" b="1" dirty="0"/>
              <a:t>5.Top 10 Districts by App Opens</a:t>
            </a:r>
          </a:p>
          <a:p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9074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D4848-B981-DE07-DD3A-DFDED2912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22C0E-532B-EB9C-549E-ACE7EE5A2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Celebrate milestones and incentivize long-term use</a:t>
            </a:r>
          </a:p>
          <a:p>
            <a:r>
              <a:rPr lang="en-US" dirty="0"/>
              <a:t>Collect feedback regularly and act on it to show responsiveness</a:t>
            </a:r>
          </a:p>
          <a:p>
            <a:r>
              <a:rPr lang="en-US" dirty="0"/>
              <a:t>Group users by lifecycle stage or behavior to deliver relevant communication</a:t>
            </a:r>
          </a:p>
          <a:p>
            <a:r>
              <a:rPr lang="en-US" dirty="0"/>
              <a:t>Add badges, milestones, or progress tracking to make engagement fun and rewarding</a:t>
            </a:r>
          </a:p>
          <a:p>
            <a:r>
              <a:rPr lang="en-US" dirty="0"/>
              <a:t>Proactively monitor user health and provide support before issues escalate.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317CFAE-6BD5-F28C-5A92-756B2A008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Proactively monitor user health and provide support before issues escalate.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059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59FD6-5653-1D9E-E339-FD3DF23FE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IN" dirty="0"/>
              <a:t> Python libraries in this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EA8BF-D3EC-DC91-A7BE-DDC4DAD1F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Pandas(</a:t>
            </a:r>
            <a:r>
              <a:rPr lang="en-IN" dirty="0" err="1"/>
              <a:t>Exraction</a:t>
            </a:r>
            <a:endParaRPr lang="en-IN" dirty="0"/>
          </a:p>
          <a:p>
            <a:r>
              <a:rPr lang="en-IN" dirty="0"/>
              <a:t>Matplotlib</a:t>
            </a:r>
          </a:p>
          <a:p>
            <a:r>
              <a:rPr lang="en-IN" dirty="0"/>
              <a:t> Seaborn</a:t>
            </a:r>
          </a:p>
          <a:p>
            <a:r>
              <a:rPr lang="en-IN" dirty="0"/>
              <a:t>Altair</a:t>
            </a:r>
          </a:p>
          <a:p>
            <a:r>
              <a:rPr lang="en-IN" dirty="0" err="1"/>
              <a:t>Streamlit</a:t>
            </a:r>
            <a:r>
              <a:rPr lang="en-IN" dirty="0"/>
              <a:t>(visualization)</a:t>
            </a:r>
          </a:p>
          <a:p>
            <a:r>
              <a:rPr lang="en-IN" dirty="0" err="1"/>
              <a:t>Sqlalchemy</a:t>
            </a:r>
            <a:r>
              <a:rPr lang="en-IN" dirty="0"/>
              <a:t> (SQL)</a:t>
            </a:r>
          </a:p>
          <a:p>
            <a:r>
              <a:rPr lang="en-IN" dirty="0" err="1"/>
              <a:t>Plotly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6562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1FDC-02BA-953D-9EC5-34FEB9B8F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Skills gained From This Project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FDD7A-995C-C253-1B3A-34A794CF3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/>
              <a:t>Data Extraction</a:t>
            </a:r>
          </a:p>
          <a:p>
            <a:pPr>
              <a:lnSpc>
                <a:spcPct val="150000"/>
              </a:lnSpc>
            </a:pPr>
            <a:r>
              <a:rPr lang="en-US" b="1" dirty="0"/>
              <a:t> SQL Proficiency</a:t>
            </a:r>
          </a:p>
          <a:p>
            <a:pPr>
              <a:lnSpc>
                <a:spcPct val="150000"/>
              </a:lnSpc>
            </a:pPr>
            <a:r>
              <a:rPr lang="en-US" b="1" dirty="0"/>
              <a:t>Data Visualization</a:t>
            </a:r>
          </a:p>
          <a:p>
            <a:pPr>
              <a:lnSpc>
                <a:spcPct val="150000"/>
              </a:lnSpc>
            </a:pPr>
            <a:r>
              <a:rPr lang="en-US" b="1" dirty="0"/>
              <a:t> Analytical Thinking</a:t>
            </a:r>
          </a:p>
          <a:p>
            <a:pPr>
              <a:lnSpc>
                <a:spcPct val="150000"/>
              </a:lnSpc>
            </a:pPr>
            <a:r>
              <a:rPr lang="en-US" b="1" dirty="0"/>
              <a:t> Documentation,</a:t>
            </a:r>
          </a:p>
          <a:p>
            <a:pPr>
              <a:lnSpc>
                <a:spcPct val="150000"/>
              </a:lnSpc>
            </a:pPr>
            <a:r>
              <a:rPr lang="en-US" b="1" dirty="0" err="1"/>
              <a:t>Streamlit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20273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87B5C-74D9-C7F0-1957-46346F7E9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95F8E-7CA7-8238-B159-8B756D8BC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pPr>
              <a:lnSpc>
                <a:spcPct val="200000"/>
              </a:lnSpc>
            </a:pPr>
            <a:r>
              <a:rPr lang="en-US" dirty="0"/>
              <a:t>Successfully built an end-to-end data dashboard</a:t>
            </a:r>
          </a:p>
          <a:p>
            <a:pPr>
              <a:lnSpc>
                <a:spcPct val="200000"/>
              </a:lnSpc>
            </a:pPr>
            <a:r>
              <a:rPr lang="en-US" dirty="0"/>
              <a:t>Integrated backend database with frontend visualization</a:t>
            </a:r>
          </a:p>
          <a:p>
            <a:pPr>
              <a:lnSpc>
                <a:spcPct val="200000"/>
              </a:lnSpc>
            </a:pPr>
            <a:r>
              <a:rPr lang="en-US" dirty="0"/>
              <a:t>Improved understanding of real-world data analytics workflow</a:t>
            </a:r>
          </a:p>
          <a:p>
            <a:pPr>
              <a:lnSpc>
                <a:spcPct val="200000"/>
              </a:lnSpc>
            </a:pPr>
            <a:r>
              <a:rPr lang="en-US" dirty="0"/>
              <a:t>Project demonstrates skills in Python ,</a:t>
            </a:r>
            <a:r>
              <a:rPr lang="en-US" dirty="0" err="1"/>
              <a:t>SQL,Data</a:t>
            </a:r>
            <a:r>
              <a:rPr lang="en-US" dirty="0"/>
              <a:t> Visualization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1270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347EA-1993-FB5D-41AD-0421A7E22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D6C3F1-615F-1433-41B9-5AD63516A5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620" y="481997"/>
            <a:ext cx="11238270" cy="540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463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</TotalTime>
  <Words>852</Words>
  <Application>Microsoft Office PowerPoint</Application>
  <PresentationFormat>Widescreen</PresentationFormat>
  <Paragraphs>117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Aptos</vt:lpstr>
      <vt:lpstr>Arial</vt:lpstr>
      <vt:lpstr>Arial Narrow</vt:lpstr>
      <vt:lpstr>Bahnschrift SemiBold</vt:lpstr>
      <vt:lpstr>Broadway</vt:lpstr>
      <vt:lpstr>Century Gothic</vt:lpstr>
      <vt:lpstr>Gabriola</vt:lpstr>
      <vt:lpstr>Wingdings 3</vt:lpstr>
      <vt:lpstr>Ion Boardroom</vt:lpstr>
      <vt:lpstr>Phonepe Transaction Insights Domain: Finance/ Payment Systems  Developed by Priyadharshini S</vt:lpstr>
      <vt:lpstr>Introduction</vt:lpstr>
      <vt:lpstr>Problem Statement: </vt:lpstr>
      <vt:lpstr>PowerPoint Presentation</vt:lpstr>
      <vt:lpstr>1. Decoding Transaction Dynamics on PhonePe </vt:lpstr>
      <vt:lpstr>Recommendations</vt:lpstr>
      <vt:lpstr>2. Device Dominance and User Engagement Analysis</vt:lpstr>
      <vt:lpstr>Recommendations</vt:lpstr>
      <vt:lpstr>3. Insurance Penetration and Growth Potential Analysis</vt:lpstr>
      <vt:lpstr>Recommendations</vt:lpstr>
      <vt:lpstr>4. Transaction Analysis for Market Expansion </vt:lpstr>
      <vt:lpstr>Recommendations</vt:lpstr>
      <vt:lpstr>5. User Engagement and Growth Strategy</vt:lpstr>
      <vt:lpstr>Recommendations</vt:lpstr>
      <vt:lpstr>Using  Python libraries in this project</vt:lpstr>
      <vt:lpstr>Skills gained From This Project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PRIYADHARSHINI S</dc:creator>
  <cp:lastModifiedBy>PRIYADHARSHINI S</cp:lastModifiedBy>
  <cp:revision>1</cp:revision>
  <dcterms:created xsi:type="dcterms:W3CDTF">2026-02-12T07:53:34Z</dcterms:created>
  <dcterms:modified xsi:type="dcterms:W3CDTF">2026-02-17T05:23:13Z</dcterms:modified>
</cp:coreProperties>
</file>